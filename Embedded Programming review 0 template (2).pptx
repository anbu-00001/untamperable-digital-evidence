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27-06-2026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27-06-2026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27-06-2026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2800" dirty="0">
                <a:solidFill>
                  <a:srgbClr val="FF0000"/>
                </a:solidFill>
              </a:rPr>
              <a:t>MOBILE APPLICATION DEVELOPMENT 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</a:t>
            </a:r>
          </a:p>
          <a:p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49C6C6-75B3-A59D-487F-F67AC5CE7967}"/>
              </a:ext>
            </a:extLst>
          </p:cNvPr>
          <p:cNvSpPr txBox="1"/>
          <p:nvPr/>
        </p:nvSpPr>
        <p:spPr>
          <a:xfrm>
            <a:off x="2995379" y="3105834"/>
            <a:ext cx="6578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Reality Lock: Tamper-Evident Event Proof System for Mobile Devices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RAKESH S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ANBUCHELVAN GANESAN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3C155FE-8E1F-5493-5BFD-9E9E1B54EE9F}"/>
              </a:ext>
            </a:extLst>
          </p:cNvPr>
          <p:cNvSpPr txBox="1">
            <a:spLocks/>
          </p:cNvSpPr>
          <p:nvPr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DFD-C889-2BA2-AF99-5AE9671A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C09-79CD-D5FF-4B1E-B6109C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  <a:t>27-06-2026</a:t>
            </a:fld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8C0C3-315E-F140-5B03-3CA67C3F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  <a:t>2</a:t>
            </a:fld>
            <a:endParaRPr lang="en-IN" sz="1800" b="1"/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" y="1598212"/>
            <a:ext cx="10773355" cy="4578751"/>
          </a:xfrm>
        </p:spPr>
        <p:txBody>
          <a:bodyPr>
            <a:noAutofit/>
          </a:bodyPr>
          <a:lstStyle/>
          <a:p>
            <a:r>
              <a:rPr lang="en-IN" sz="2000" dirty="0"/>
              <a:t>In today's digital world, mobile devices capture millions of real-world events through photos, videos, sensor data, and communication records. However, current digital evidence can be easily manipulated using AI editing tools, metadata modification, deepfakes, and unauthorized alterations.</a:t>
            </a:r>
          </a:p>
          <a:p>
            <a:r>
              <a:rPr lang="en-IN" sz="2000" dirty="0"/>
              <a:t>Examples:</a:t>
            </a:r>
          </a:p>
          <a:p>
            <a:r>
              <a:rPr lang="en-IN" sz="2000" dirty="0"/>
              <a:t>Fake accident videos </a:t>
            </a:r>
          </a:p>
          <a:p>
            <a:r>
              <a:rPr lang="en-IN" sz="2000" dirty="0"/>
              <a:t>Modified screenshots </a:t>
            </a:r>
          </a:p>
          <a:p>
            <a:r>
              <a:rPr lang="en-IN" sz="2000" dirty="0"/>
              <a:t>Edited surveillance footage </a:t>
            </a:r>
          </a:p>
          <a:p>
            <a:r>
              <a:rPr lang="en-IN" sz="2000" dirty="0"/>
              <a:t>False location claims </a:t>
            </a:r>
          </a:p>
          <a:p>
            <a:r>
              <a:rPr lang="en-IN" sz="2000" dirty="0"/>
              <a:t>Manipulated digital documents </a:t>
            </a:r>
          </a:p>
          <a:p>
            <a:r>
              <a:rPr lang="en-IN" sz="2000" dirty="0"/>
              <a:t>There is a growing need for a system that can prove:</a:t>
            </a:r>
          </a:p>
          <a:p>
            <a:r>
              <a:rPr lang="en-IN" sz="2000" b="1" dirty="0"/>
              <a:t>"This event actually happened, at this exact time and location, and the evidence has not been modified."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552A-DD7E-C870-2848-05C452A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B22B-6F5D-B030-3C63-4F787F89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1129085"/>
            <a:ext cx="10717695" cy="5070103"/>
          </a:xfrm>
        </p:spPr>
        <p:txBody>
          <a:bodyPr>
            <a:normAutofit fontScale="62500" lnSpcReduction="20000"/>
          </a:bodyPr>
          <a:lstStyle/>
          <a:p>
            <a:r>
              <a:rPr lang="en-IN" sz="2000" b="1" dirty="0"/>
              <a:t>Existing Problem</a:t>
            </a:r>
          </a:p>
          <a:p>
            <a:r>
              <a:rPr lang="en-IN" sz="2000" dirty="0"/>
              <a:t>Current mobile systems store data but do not guarantee authenticity.</a:t>
            </a:r>
          </a:p>
          <a:p>
            <a:r>
              <a:rPr lang="en-IN" sz="2000" dirty="0"/>
              <a:t>A photo or video can be:</a:t>
            </a:r>
          </a:p>
          <a:p>
            <a:r>
              <a:rPr lang="en-IN" sz="2000" dirty="0"/>
              <a:t>Edited after capture </a:t>
            </a:r>
          </a:p>
          <a:p>
            <a:r>
              <a:rPr lang="en-IN" sz="2000" dirty="0"/>
              <a:t>Timestamp changed </a:t>
            </a:r>
          </a:p>
          <a:p>
            <a:r>
              <a:rPr lang="en-IN" sz="2000" dirty="0"/>
              <a:t>Location manipulated </a:t>
            </a:r>
          </a:p>
          <a:p>
            <a:r>
              <a:rPr lang="en-IN" sz="2000" dirty="0"/>
              <a:t>AI-generated </a:t>
            </a:r>
          </a:p>
          <a:p>
            <a:r>
              <a:rPr lang="en-IN" sz="2000" dirty="0"/>
              <a:t>Re-uploaded with false context </a:t>
            </a:r>
          </a:p>
          <a:p>
            <a:r>
              <a:rPr lang="en-IN" sz="2000" dirty="0"/>
              <a:t>Existing solutions verify files, but they cannot verify the complete event context.</a:t>
            </a:r>
          </a:p>
          <a:p>
            <a:r>
              <a:rPr lang="en-IN" sz="2000" b="1" dirty="0"/>
              <a:t>Problem Definition</a:t>
            </a:r>
          </a:p>
          <a:p>
            <a:r>
              <a:rPr lang="en-IN" sz="2000" dirty="0"/>
              <a:t>"Develop a mobile-based system that generates a tamper-evident digital certificate for real-world events by securely capturing, validating, and locking event information at the moment of occurrence."</a:t>
            </a:r>
          </a:p>
          <a:p>
            <a:r>
              <a:rPr lang="en-IN" sz="2000" b="1" dirty="0"/>
              <a:t>Real-World Impact Areas</a:t>
            </a:r>
          </a:p>
          <a:p>
            <a:r>
              <a:rPr lang="en-IN" sz="2000" dirty="0"/>
              <a:t>Legal evidence verification </a:t>
            </a:r>
          </a:p>
          <a:p>
            <a:r>
              <a:rPr lang="en-IN" sz="2000" dirty="0"/>
              <a:t>Insurance claim validation </a:t>
            </a:r>
          </a:p>
          <a:p>
            <a:r>
              <a:rPr lang="en-IN" sz="2000" dirty="0"/>
              <a:t>Emergency response </a:t>
            </a:r>
          </a:p>
          <a:p>
            <a:r>
              <a:rPr lang="en-IN" sz="2000" dirty="0"/>
              <a:t>Journalism authenticity </a:t>
            </a:r>
          </a:p>
          <a:p>
            <a:r>
              <a:rPr lang="en-IN" sz="2000" dirty="0"/>
              <a:t>Industrial safety monitoring </a:t>
            </a:r>
          </a:p>
          <a:p>
            <a:r>
              <a:rPr lang="en-IN" sz="2000" dirty="0"/>
              <a:t>Digital identity protection 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06D-30F6-E67B-43F9-DB22E88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24C85-3C17-DC37-61A2-ECEFC84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000" b="1" dirty="0"/>
              <a:t>Reality Lock</a:t>
            </a:r>
            <a:r>
              <a:rPr lang="en-IN" sz="2000" dirty="0"/>
              <a:t> is a mobile security system that creates a </a:t>
            </a:r>
            <a:r>
              <a:rPr lang="en-IN" sz="2000" b="1" dirty="0"/>
              <a:t>tamper-proof digital proof certificate</a:t>
            </a:r>
            <a:r>
              <a:rPr lang="en-IN" sz="2000" dirty="0"/>
              <a:t> for real-world events.</a:t>
            </a:r>
          </a:p>
          <a:p>
            <a:r>
              <a:rPr lang="en-IN" sz="2000" b="1" dirty="0"/>
              <a:t>Captures</a:t>
            </a:r>
          </a:p>
          <a:p>
            <a:r>
              <a:rPr lang="en-IN" sz="2000" dirty="0"/>
              <a:t>📷 Media</a:t>
            </a:r>
            <a:br>
              <a:rPr lang="en-IN" sz="2000" dirty="0"/>
            </a:br>
            <a:r>
              <a:rPr lang="en-IN" sz="2000" dirty="0"/>
              <a:t>📍 Location</a:t>
            </a:r>
            <a:br>
              <a:rPr lang="en-IN" sz="2000" dirty="0"/>
            </a:br>
            <a:r>
              <a:rPr lang="en-IN" sz="2000" dirty="0"/>
              <a:t>⏱ Timestamp</a:t>
            </a:r>
            <a:br>
              <a:rPr lang="en-IN" sz="2000" dirty="0"/>
            </a:br>
            <a:r>
              <a:rPr lang="en-IN" sz="2000" dirty="0"/>
              <a:t>📱 Sensor Data</a:t>
            </a:r>
          </a:p>
          <a:p>
            <a:r>
              <a:rPr lang="en-IN" sz="2000" b="1" dirty="0"/>
              <a:t>Process</a:t>
            </a:r>
          </a:p>
          <a:p>
            <a:r>
              <a:rPr lang="en-IN" sz="2000" dirty="0"/>
              <a:t>Event Data → Hash Generation → Digital Signature → Secure Storage</a:t>
            </a:r>
          </a:p>
          <a:p>
            <a:r>
              <a:rPr lang="en-IN" sz="2000" b="1" dirty="0"/>
              <a:t>Key Feature</a:t>
            </a:r>
          </a:p>
          <a:p>
            <a:r>
              <a:rPr lang="en-IN" sz="2000" dirty="0"/>
              <a:t>Any modification changes the hash:</a:t>
            </a:r>
          </a:p>
          <a:p>
            <a:r>
              <a:rPr lang="en-IN" sz="2000" b="1" dirty="0"/>
              <a:t>Original Hash ≠ New Hash → Tampering Detected</a:t>
            </a:r>
            <a:endParaRPr lang="en-IN" sz="2000" dirty="0"/>
          </a:p>
          <a:p>
            <a:r>
              <a:rPr lang="en-IN" sz="2000" b="1" dirty="0"/>
              <a:t>Output</a:t>
            </a:r>
          </a:p>
          <a:p>
            <a:r>
              <a:rPr lang="en-IN" sz="2000" dirty="0"/>
              <a:t>Verified event proof with authenticity, time, and location validation.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2FBF-3C19-FADB-A0F2-4D2D31489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168842"/>
            <a:ext cx="11457829" cy="5263763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Aim</a:t>
            </a:r>
          </a:p>
          <a:p>
            <a:r>
              <a:rPr lang="en-IN" dirty="0"/>
              <a:t>Develop a digital trust system that creates </a:t>
            </a:r>
            <a:r>
              <a:rPr lang="en-IN" b="1" dirty="0"/>
              <a:t>secure and verifiable proof of real-world events</a:t>
            </a:r>
            <a:r>
              <a:rPr lang="en-IN" dirty="0"/>
              <a:t> using mobile devices.</a:t>
            </a:r>
          </a:p>
          <a:p>
            <a:r>
              <a:rPr lang="en-IN" b="1" dirty="0"/>
              <a:t>Objectives</a:t>
            </a:r>
          </a:p>
          <a:p>
            <a:r>
              <a:rPr lang="en-IN" dirty="0"/>
              <a:t>✓ Prevent evidence manipulation</a:t>
            </a:r>
            <a:br>
              <a:rPr lang="en-IN" dirty="0"/>
            </a:br>
            <a:r>
              <a:rPr lang="en-IN" dirty="0"/>
              <a:t>✓ Verify event authenticity</a:t>
            </a:r>
            <a:br>
              <a:rPr lang="en-IN" dirty="0"/>
            </a:br>
            <a:r>
              <a:rPr lang="en-IN" dirty="0"/>
              <a:t>✓ Reduce digital fraud</a:t>
            </a:r>
            <a:br>
              <a:rPr lang="en-IN" dirty="0"/>
            </a:br>
            <a:r>
              <a:rPr lang="en-IN" dirty="0"/>
              <a:t>✓ Build trust in mobile data</a:t>
            </a:r>
          </a:p>
          <a:p>
            <a:r>
              <a:rPr lang="en-IN" b="1" dirty="0"/>
              <a:t>Scope</a:t>
            </a:r>
          </a:p>
          <a:p>
            <a:r>
              <a:rPr lang="en-IN" b="1" dirty="0"/>
              <a:t>Short-Term:</a:t>
            </a:r>
            <a:endParaRPr lang="en-IN" dirty="0"/>
          </a:p>
          <a:p>
            <a:r>
              <a:rPr lang="en-IN" dirty="0"/>
              <a:t>Mobile application </a:t>
            </a:r>
          </a:p>
          <a:p>
            <a:r>
              <a:rPr lang="en-IN" dirty="0"/>
              <a:t>Secure media capture </a:t>
            </a:r>
          </a:p>
          <a:p>
            <a:r>
              <a:rPr lang="en-IN" dirty="0"/>
              <a:t>Hash &amp; timestamp verification </a:t>
            </a:r>
          </a:p>
          <a:p>
            <a:r>
              <a:rPr lang="en-IN" dirty="0"/>
              <a:t>Location authentication </a:t>
            </a:r>
          </a:p>
          <a:p>
            <a:r>
              <a:rPr lang="en-IN" b="1" dirty="0"/>
              <a:t>Long-Term:</a:t>
            </a:r>
            <a:br>
              <a:rPr lang="en-IN" dirty="0"/>
            </a:br>
            <a:r>
              <a:rPr lang="en-IN" dirty="0"/>
              <a:t>Integration with:</a:t>
            </a:r>
            <a:br>
              <a:rPr lang="en-IN" dirty="0"/>
            </a:br>
            <a:r>
              <a:rPr lang="en-IN" dirty="0"/>
              <a:t>Smart Cities | Law Enforcement | Insurance | Healthcare | IoT</a:t>
            </a:r>
          </a:p>
          <a:p>
            <a:r>
              <a:rPr lang="en-IN" b="1" dirty="0"/>
              <a:t>Vision</a:t>
            </a:r>
          </a:p>
          <a:p>
            <a:r>
              <a:rPr lang="en-IN" b="1" dirty="0"/>
              <a:t>"Proof of Reality in the Digital Age"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A2C7-ECE5-50A2-EA22-8CB925FA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639" y="19814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0263-EAE1-004B-AFE4-F952EC819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29" y="970059"/>
            <a:ext cx="11178871" cy="5522815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Existing Technologies</a:t>
            </a:r>
          </a:p>
          <a:p>
            <a:r>
              <a:rPr lang="en-IN" b="1" dirty="0"/>
              <a:t>Digital Watermarking</a:t>
            </a:r>
            <a:br>
              <a:rPr lang="en-IN" dirty="0"/>
            </a:br>
            <a:r>
              <a:rPr lang="en-IN" dirty="0"/>
              <a:t>→ Protects ownership but can be removed or modified.</a:t>
            </a:r>
          </a:p>
          <a:p>
            <a:r>
              <a:rPr lang="en-IN" b="1" dirty="0"/>
              <a:t>Blockchain Evidence Storage</a:t>
            </a:r>
            <a:br>
              <a:rPr lang="en-IN" dirty="0"/>
            </a:br>
            <a:r>
              <a:rPr lang="en-IN" dirty="0"/>
              <a:t>→ Provides data immutability but does not verify real-world event authenticity.</a:t>
            </a:r>
          </a:p>
          <a:p>
            <a:r>
              <a:rPr lang="en-IN" b="1" dirty="0"/>
              <a:t>Digital Signatures</a:t>
            </a:r>
            <a:br>
              <a:rPr lang="en-IN" dirty="0"/>
            </a:br>
            <a:r>
              <a:rPr lang="en-IN" dirty="0"/>
              <a:t>→ Verify sender identity but not event conditions.</a:t>
            </a:r>
          </a:p>
          <a:p>
            <a:r>
              <a:rPr lang="en-IN" b="1" dirty="0"/>
              <a:t>AI Deepfake Detection</a:t>
            </a:r>
            <a:br>
              <a:rPr lang="en-IN" dirty="0"/>
            </a:br>
            <a:r>
              <a:rPr lang="en-IN" dirty="0"/>
              <a:t>→ Detects manipulation but cannot prove original capture time.</a:t>
            </a:r>
          </a:p>
          <a:p>
            <a:r>
              <a:rPr lang="en-IN" b="1" dirty="0"/>
              <a:t>Research Gap</a:t>
            </a:r>
          </a:p>
          <a:p>
            <a:r>
              <a:rPr lang="en-IN" dirty="0"/>
              <a:t>Existing methods verify </a:t>
            </a:r>
            <a:r>
              <a:rPr lang="en-IN" b="1" dirty="0"/>
              <a:t>data</a:t>
            </a:r>
            <a:r>
              <a:rPr lang="en-IN" dirty="0"/>
              <a:t>, but not the </a:t>
            </a:r>
            <a:r>
              <a:rPr lang="en-IN" b="1" dirty="0"/>
              <a:t>complete reality of an event</a:t>
            </a:r>
            <a:r>
              <a:rPr lang="en-IN" dirty="0"/>
              <a:t>.</a:t>
            </a:r>
          </a:p>
          <a:p>
            <a:r>
              <a:rPr lang="en-IN" b="1" dirty="0"/>
              <a:t>Proposed Improvement</a:t>
            </a:r>
          </a:p>
          <a:p>
            <a:r>
              <a:rPr lang="en-IN" dirty="0"/>
              <a:t>Reality Lock combines </a:t>
            </a:r>
            <a:r>
              <a:rPr lang="en-IN" b="1" dirty="0"/>
              <a:t>Cryptography + AI + Sensor Fusion + Secure Logging</a:t>
            </a:r>
            <a:r>
              <a:rPr lang="en-IN" dirty="0"/>
              <a:t> to create trusted event proof.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FC9-5D5E-D1B8-5BD7-65EC6B92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8D311-C9E8-1065-7BFB-9C33AE21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35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735" y="15969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F7F3-3CB7-3DCB-8E90-B99710E23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03" y="822476"/>
            <a:ext cx="11027797" cy="517509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📱 </a:t>
            </a:r>
            <a:r>
              <a:rPr lang="en-IN" b="1" dirty="0"/>
              <a:t>Frontend:</a:t>
            </a:r>
            <a:r>
              <a:rPr lang="en-IN" dirty="0"/>
              <a:t> Android (Kotlin)</a:t>
            </a:r>
          </a:p>
          <a:p>
            <a:br>
              <a:rPr lang="en-IN" dirty="0"/>
            </a:br>
            <a:r>
              <a:rPr lang="en-IN" dirty="0"/>
              <a:t>⚙️ </a:t>
            </a:r>
            <a:r>
              <a:rPr lang="en-IN" b="1" dirty="0"/>
              <a:t>Backend:</a:t>
            </a:r>
            <a:r>
              <a:rPr lang="en-IN" dirty="0"/>
              <a:t> Node.js / Python</a:t>
            </a:r>
          </a:p>
          <a:p>
            <a:br>
              <a:rPr lang="en-IN" dirty="0"/>
            </a:br>
            <a:r>
              <a:rPr lang="en-IN" dirty="0"/>
              <a:t>🔐 </a:t>
            </a:r>
            <a:r>
              <a:rPr lang="en-IN" b="1" dirty="0"/>
              <a:t>Security:</a:t>
            </a:r>
            <a:r>
              <a:rPr lang="en-IN" dirty="0"/>
              <a:t> SHA-256 Hashing + Encryption</a:t>
            </a:r>
          </a:p>
          <a:p>
            <a:br>
              <a:rPr lang="en-IN" dirty="0"/>
            </a:br>
            <a:r>
              <a:rPr lang="en-IN" dirty="0"/>
              <a:t>☁️ </a:t>
            </a:r>
            <a:r>
              <a:rPr lang="en-IN" b="1" dirty="0"/>
              <a:t>Storage:</a:t>
            </a:r>
            <a:r>
              <a:rPr lang="en-IN" dirty="0"/>
              <a:t> Firebase / Cloud Database</a:t>
            </a:r>
          </a:p>
          <a:p>
            <a:br>
              <a:rPr lang="en-IN" dirty="0"/>
            </a:br>
            <a:r>
              <a:rPr lang="en-IN" dirty="0"/>
              <a:t>🤖 </a:t>
            </a:r>
            <a:r>
              <a:rPr lang="en-IN" b="1" dirty="0"/>
              <a:t>AI:</a:t>
            </a:r>
            <a:r>
              <a:rPr lang="en-IN" dirty="0"/>
              <a:t> Deepfake &amp; Authenticity Detection</a:t>
            </a:r>
          </a:p>
          <a:p>
            <a:br>
              <a:rPr lang="en-IN" dirty="0"/>
            </a:br>
            <a:r>
              <a:rPr lang="en-IN" dirty="0"/>
              <a:t>📍 </a:t>
            </a:r>
            <a:r>
              <a:rPr lang="en-IN" b="1" dirty="0"/>
              <a:t>Sensors:</a:t>
            </a:r>
            <a:r>
              <a:rPr lang="en-IN" dirty="0"/>
              <a:t> GPS + Camera + Motion Sensors</a:t>
            </a:r>
          </a:p>
          <a:p>
            <a:br>
              <a:rPr lang="en-IN" dirty="0"/>
            </a:br>
            <a:r>
              <a:rPr lang="en-IN" dirty="0"/>
              <a:t>⛓ </a:t>
            </a:r>
            <a:r>
              <a:rPr lang="en-IN" b="1" dirty="0"/>
              <a:t>Future:</a:t>
            </a:r>
            <a:r>
              <a:rPr lang="en-IN" dirty="0"/>
              <a:t> Blockchain Integration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E1D2-B273-DF0C-5304-A3CB9ED4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3BD1-05A0-C114-3824-A22E1DE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F5297-F9B2-43BC-E08D-83131C1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2A8ED0-B610-1BC2-D259-27B3E1408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876" y="1470991"/>
            <a:ext cx="7776374" cy="470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4DF4-F332-7FCB-D182-25AAC29F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9F48-BC40-72EF-86DE-62F096D9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073426"/>
            <a:ext cx="10884673" cy="5103537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Phase 1: Research &amp; Design</a:t>
            </a:r>
          </a:p>
          <a:p>
            <a:r>
              <a:rPr lang="en-IN" dirty="0"/>
              <a:t>Problem analysis </a:t>
            </a:r>
          </a:p>
          <a:p>
            <a:r>
              <a:rPr lang="en-IN" dirty="0"/>
              <a:t>System architecture design </a:t>
            </a:r>
          </a:p>
          <a:p>
            <a:r>
              <a:rPr lang="en-IN" b="1" dirty="0"/>
              <a:t>Phase 2: Development</a:t>
            </a:r>
          </a:p>
          <a:p>
            <a:r>
              <a:rPr lang="en-IN" dirty="0"/>
              <a:t>Android app development </a:t>
            </a:r>
          </a:p>
          <a:p>
            <a:r>
              <a:rPr lang="en-IN" dirty="0"/>
              <a:t>Sensor &amp; camera integration </a:t>
            </a:r>
          </a:p>
          <a:p>
            <a:r>
              <a:rPr lang="en-IN" dirty="0"/>
              <a:t>Hash generation module </a:t>
            </a:r>
          </a:p>
          <a:p>
            <a:r>
              <a:rPr lang="en-IN" b="1" dirty="0"/>
              <a:t>Phase 3: Security Implementation</a:t>
            </a:r>
          </a:p>
          <a:p>
            <a:r>
              <a:rPr lang="en-IN" dirty="0"/>
              <a:t>Encryption </a:t>
            </a:r>
          </a:p>
          <a:p>
            <a:r>
              <a:rPr lang="en-IN" dirty="0"/>
              <a:t>Digital signature </a:t>
            </a:r>
          </a:p>
          <a:p>
            <a:r>
              <a:rPr lang="en-IN" dirty="0"/>
              <a:t>Tamper detection </a:t>
            </a:r>
          </a:p>
          <a:p>
            <a:r>
              <a:rPr lang="en-IN" b="1" dirty="0"/>
              <a:t>Phase 4: Testing &amp; Deployment</a:t>
            </a:r>
          </a:p>
          <a:p>
            <a:r>
              <a:rPr lang="en-IN" dirty="0"/>
              <a:t>Accuracy testing </a:t>
            </a:r>
          </a:p>
          <a:p>
            <a:r>
              <a:rPr lang="en-IN" dirty="0"/>
              <a:t>Security validation </a:t>
            </a:r>
          </a:p>
          <a:p>
            <a:r>
              <a:rPr lang="en-IN" dirty="0"/>
              <a:t>Final prototype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B1074-C6B2-2A1D-7D78-3FADF2E8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27-06-2026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D213-BEC3-9A32-F49F-74DC7815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6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645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CONTENTS</vt:lpstr>
      <vt:lpstr>Introduction </vt:lpstr>
      <vt:lpstr>Problem Statement  </vt:lpstr>
      <vt:lpstr>Project Description  </vt:lpstr>
      <vt:lpstr>Aim and Scope of the Proposed work </vt:lpstr>
      <vt:lpstr>Literature Survey </vt:lpstr>
      <vt:lpstr> Component  </vt:lpstr>
      <vt:lpstr>Block Diagram Design </vt:lpstr>
      <vt:lpstr>Project Planning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Muthupandi G.</dc:creator>
  <cp:lastModifiedBy>rakesh s</cp:lastModifiedBy>
  <cp:revision>62</cp:revision>
  <dcterms:created xsi:type="dcterms:W3CDTF">2024-07-31T06:42:35Z</dcterms:created>
  <dcterms:modified xsi:type="dcterms:W3CDTF">2026-06-27T07:07:01Z</dcterms:modified>
</cp:coreProperties>
</file>